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0" r:id="rId3"/>
    <p:sldId id="261" r:id="rId4"/>
    <p:sldId id="264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1F760-1DA5-4496-9005-FEFD1312FDF7}" v="5" dt="2026-07-29T10:25:55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diwan" userId="5f4cede6ef836a99" providerId="LiveId" clId="{48E25706-5CFF-4C21-AAD8-4024744108E9}"/>
    <pc:docChg chg="custSel addSld delSld modSld">
      <pc:chgData name="priya diwan" userId="5f4cede6ef836a99" providerId="LiveId" clId="{48E25706-5CFF-4C21-AAD8-4024744108E9}" dt="2026-07-29T10:27:17.322" v="80" actId="20577"/>
      <pc:docMkLst>
        <pc:docMk/>
      </pc:docMkLst>
      <pc:sldChg chg="modSp mod">
        <pc:chgData name="priya diwan" userId="5f4cede6ef836a99" providerId="LiveId" clId="{48E25706-5CFF-4C21-AAD8-4024744108E9}" dt="2026-07-29T10:27:17.322" v="80" actId="20577"/>
        <pc:sldMkLst>
          <pc:docMk/>
          <pc:sldMk cId="317082597" sldId="256"/>
        </pc:sldMkLst>
        <pc:spChg chg="mod">
          <ac:chgData name="priya diwan" userId="5f4cede6ef836a99" providerId="LiveId" clId="{48E25706-5CFF-4C21-AAD8-4024744108E9}" dt="2026-07-29T10:27:17.322" v="80" actId="20577"/>
          <ac:spMkLst>
            <pc:docMk/>
            <pc:sldMk cId="317082597" sldId="256"/>
            <ac:spMk id="3" creationId="{75DFE95E-58B2-6323-7DD3-C7EAEBB5F2FA}"/>
          </ac:spMkLst>
        </pc:spChg>
      </pc:sldChg>
      <pc:sldChg chg="modSp mod">
        <pc:chgData name="priya diwan" userId="5f4cede6ef836a99" providerId="LiveId" clId="{48E25706-5CFF-4C21-AAD8-4024744108E9}" dt="2026-07-29T09:42:18.824" v="20" actId="123"/>
        <pc:sldMkLst>
          <pc:docMk/>
          <pc:sldMk cId="903875589" sldId="260"/>
        </pc:sldMkLst>
        <pc:spChg chg="mod">
          <ac:chgData name="priya diwan" userId="5f4cede6ef836a99" providerId="LiveId" clId="{48E25706-5CFF-4C21-AAD8-4024744108E9}" dt="2026-07-29T09:42:18.824" v="20" actId="123"/>
          <ac:spMkLst>
            <pc:docMk/>
            <pc:sldMk cId="903875589" sldId="260"/>
            <ac:spMk id="3" creationId="{5CE3A37A-1445-0E18-CA3C-2422A3B2A143}"/>
          </ac:spMkLst>
        </pc:spChg>
      </pc:sldChg>
      <pc:sldChg chg="modSp mod">
        <pc:chgData name="priya diwan" userId="5f4cede6ef836a99" providerId="LiveId" clId="{48E25706-5CFF-4C21-AAD8-4024744108E9}" dt="2026-07-29T09:42:33.008" v="21" actId="123"/>
        <pc:sldMkLst>
          <pc:docMk/>
          <pc:sldMk cId="3409084785" sldId="261"/>
        </pc:sldMkLst>
        <pc:spChg chg="mod">
          <ac:chgData name="priya diwan" userId="5f4cede6ef836a99" providerId="LiveId" clId="{48E25706-5CFF-4C21-AAD8-4024744108E9}" dt="2026-07-29T09:42:33.008" v="21" actId="123"/>
          <ac:spMkLst>
            <pc:docMk/>
            <pc:sldMk cId="3409084785" sldId="261"/>
            <ac:spMk id="3" creationId="{1BF09448-94AB-E916-64E9-C64572969DC6}"/>
          </ac:spMkLst>
        </pc:spChg>
      </pc:sldChg>
      <pc:sldChg chg="addSp delSp modSp del mod">
        <pc:chgData name="priya diwan" userId="5f4cede6ef836a99" providerId="LiveId" clId="{48E25706-5CFF-4C21-AAD8-4024744108E9}" dt="2026-07-29T10:19:28.254" v="34" actId="2696"/>
        <pc:sldMkLst>
          <pc:docMk/>
          <pc:sldMk cId="1335620099" sldId="262"/>
        </pc:sldMkLst>
        <pc:spChg chg="mod">
          <ac:chgData name="priya diwan" userId="5f4cede6ef836a99" providerId="LiveId" clId="{48E25706-5CFF-4C21-AAD8-4024744108E9}" dt="2026-07-29T09:45:36.384" v="24" actId="2711"/>
          <ac:spMkLst>
            <pc:docMk/>
            <pc:sldMk cId="1335620099" sldId="262"/>
            <ac:spMk id="2" creationId="{AE5DE8B1-37AB-563B-669E-FE407D08CDAE}"/>
          </ac:spMkLst>
        </pc:spChg>
        <pc:spChg chg="del">
          <ac:chgData name="priya diwan" userId="5f4cede6ef836a99" providerId="LiveId" clId="{48E25706-5CFF-4C21-AAD8-4024744108E9}" dt="2026-07-29T10:17:06.009" v="25" actId="22"/>
          <ac:spMkLst>
            <pc:docMk/>
            <pc:sldMk cId="1335620099" sldId="262"/>
            <ac:spMk id="3" creationId="{F4DB688B-A364-6D78-DE51-747DFB70FCD3}"/>
          </ac:spMkLst>
        </pc:spChg>
        <pc:picChg chg="add mod ord">
          <ac:chgData name="priya diwan" userId="5f4cede6ef836a99" providerId="LiveId" clId="{48E25706-5CFF-4C21-AAD8-4024744108E9}" dt="2026-07-29T10:17:06.009" v="25" actId="22"/>
          <ac:picMkLst>
            <pc:docMk/>
            <pc:sldMk cId="1335620099" sldId="262"/>
            <ac:picMk id="5" creationId="{F1FF76DA-B659-0C5F-9600-A6EF0AECED99}"/>
          </ac:picMkLst>
        </pc:picChg>
      </pc:sldChg>
      <pc:sldChg chg="modSp new mod">
        <pc:chgData name="priya diwan" userId="5f4cede6ef836a99" providerId="LiveId" clId="{48E25706-5CFF-4C21-AAD8-4024744108E9}" dt="2026-07-29T09:42:42.735" v="22" actId="123"/>
        <pc:sldMkLst>
          <pc:docMk/>
          <pc:sldMk cId="1432627081" sldId="263"/>
        </pc:sldMkLst>
        <pc:spChg chg="mod">
          <ac:chgData name="priya diwan" userId="5f4cede6ef836a99" providerId="LiveId" clId="{48E25706-5CFF-4C21-AAD8-4024744108E9}" dt="2026-07-29T09:40:17.707" v="16" actId="2711"/>
          <ac:spMkLst>
            <pc:docMk/>
            <pc:sldMk cId="1432627081" sldId="263"/>
            <ac:spMk id="2" creationId="{EE1B34A5-2B45-8040-C77C-49CF81714B4E}"/>
          </ac:spMkLst>
        </pc:spChg>
        <pc:spChg chg="mod">
          <ac:chgData name="priya diwan" userId="5f4cede6ef836a99" providerId="LiveId" clId="{48E25706-5CFF-4C21-AAD8-4024744108E9}" dt="2026-07-29T09:42:42.735" v="22" actId="123"/>
          <ac:spMkLst>
            <pc:docMk/>
            <pc:sldMk cId="1432627081" sldId="263"/>
            <ac:spMk id="3" creationId="{B63FD0C6-7E7A-A53E-F811-8F2E0E57EAF6}"/>
          </ac:spMkLst>
        </pc:spChg>
      </pc:sldChg>
      <pc:sldChg chg="addSp modSp new mod">
        <pc:chgData name="priya diwan" userId="5f4cede6ef836a99" providerId="LiveId" clId="{48E25706-5CFF-4C21-AAD8-4024744108E9}" dt="2026-07-29T10:18:36.252" v="33" actId="14100"/>
        <pc:sldMkLst>
          <pc:docMk/>
          <pc:sldMk cId="4188452743" sldId="264"/>
        </pc:sldMkLst>
        <pc:spChg chg="mod">
          <ac:chgData name="priya diwan" userId="5f4cede6ef836a99" providerId="LiveId" clId="{48E25706-5CFF-4C21-AAD8-4024744108E9}" dt="2026-07-29T10:17:43.965" v="27"/>
          <ac:spMkLst>
            <pc:docMk/>
            <pc:sldMk cId="4188452743" sldId="264"/>
            <ac:spMk id="2" creationId="{24724CA7-3E5E-E233-433A-AA7F290134C2}"/>
          </ac:spMkLst>
        </pc:spChg>
        <pc:picChg chg="add mod">
          <ac:chgData name="priya diwan" userId="5f4cede6ef836a99" providerId="LiveId" clId="{48E25706-5CFF-4C21-AAD8-4024744108E9}" dt="2026-07-29T10:18:36.252" v="33" actId="14100"/>
          <ac:picMkLst>
            <pc:docMk/>
            <pc:sldMk cId="4188452743" sldId="264"/>
            <ac:picMk id="4" creationId="{FAB4B4F9-2EB2-1883-E2B0-652EBD5EF9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58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07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76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46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43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00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81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47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76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90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32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56C1-08A1-4BBB-9219-AA3A4D854A96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389F52-4685-47D4-A212-F88A67AE385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1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92BC-3F88-FD58-C9CA-83FFC4006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670048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&amp; UPI Transaction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FE95E-58B2-6323-7DD3-C7EAEBB5F2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      </a:t>
            </a:r>
            <a:r>
              <a:rPr lang="en-IN" sz="2000" b="1" dirty="0"/>
              <a:t>Trends, Growth &amp; Business Insights</a:t>
            </a:r>
          </a:p>
          <a:p>
            <a:r>
              <a:rPr lang="en-US" sz="1300" dirty="0"/>
              <a:t>       </a:t>
            </a:r>
          </a:p>
          <a:p>
            <a:r>
              <a:rPr lang="en-US" sz="1300" dirty="0"/>
              <a:t>         Presented by: Priya Diwan </a:t>
            </a:r>
            <a:endParaRPr lang="en-IN" sz="13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708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04F4-A644-E73D-BC0B-55504CB2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A37A-1445-0E18-CA3C-2422A3B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data analytics project developed to understand UPI transaction trends, growth patterns, and app performance. It helps convert raw transaction data into clear, data-driven insights, helping digital payment platforms make data-driven business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7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64F7-0C27-932B-55D9-19368B0B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9448-94AB-E916-64E9-C64572969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cleaning, preprocessing &amp; analysis 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querying and analysis 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 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dashboards and data visualization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08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4CA7-3E5E-E233-433A-AA7F2901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4B4F9-2EB2-1883-E2B0-652EBD5E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19" y="1809134"/>
            <a:ext cx="4611329" cy="44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5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34A5-2B45-8040-C77C-49CF8171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FD0C6-7E7A-A53E-F811-8F2E0E57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adoption is growing strongly, with PhonePe leading the market. Customer transactions contribute the most to overall UPI activity, showing strong customer usage and continued growth in digital payments.</a:t>
            </a:r>
          </a:p>
        </p:txBody>
      </p:sp>
    </p:spTree>
    <p:extLst>
      <p:ext uri="{BB962C8B-B14F-4D97-AF65-F5344CB8AC3E}">
        <p14:creationId xmlns:p14="http://schemas.microsoft.com/office/powerpoint/2010/main" val="143262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0C8A-8121-B44A-8630-FE0EBC39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DCBBE-D733-CFDC-FAA1-3B1FE9908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40076"/>
            <a:ext cx="10058400" cy="3529017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UPI transaction data for continuous monitoring and analysis.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customer demographics to better understand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preferences.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to predict future UPI transaction trends.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suspicious transaction patterns to improve fraud prevention.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3215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7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64748B"/>
      </a:accent1>
      <a:accent2>
        <a:srgbClr val="1E293B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375</TotalTime>
  <Words>170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Times New Roman</vt:lpstr>
      <vt:lpstr>Wingdings</vt:lpstr>
      <vt:lpstr>Retrospect</vt:lpstr>
      <vt:lpstr>Digital Payments &amp; UPI Transaction Analytics</vt:lpstr>
      <vt:lpstr>Introduction</vt:lpstr>
      <vt:lpstr>Technologies Used</vt:lpstr>
      <vt:lpstr>Project Workflow</vt:lpstr>
      <vt:lpstr>Final Insight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diwan</dc:creator>
  <cp:lastModifiedBy>priya diwan</cp:lastModifiedBy>
  <cp:revision>3</cp:revision>
  <dcterms:created xsi:type="dcterms:W3CDTF">2026-07-29T07:37:07Z</dcterms:created>
  <dcterms:modified xsi:type="dcterms:W3CDTF">2026-07-30T07:19:50Z</dcterms:modified>
</cp:coreProperties>
</file>